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660" y="-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F1D2A-B377-F099-6DC0-67DCC3AD2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A8CF3-F343-579D-9DD1-540DB3185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B1B8E-6C1A-F179-38F5-2518089A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5C746-4583-43E4-9461-90BA7E5DDF84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A59EF-AB4D-7AEA-A6C4-174C7227E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EEA1D-2087-E213-55ED-1C122B28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CDEC-3027-40CE-9147-B7B2DDB1A1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1302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200DC-C481-75C5-41C6-15C4AC56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546E0-CE38-ADDC-EB8A-F9E41EECB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D414-71C2-3840-085B-7CC84E64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5C746-4583-43E4-9461-90BA7E5DDF84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015E4-1582-0CC1-9639-13E30A9F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866A2-0BAF-5BB8-678C-98B082EA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CDEC-3027-40CE-9147-B7B2DDB1A1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185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977A-BFBD-009F-EF20-6CBB1216E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CDE81-2208-25C5-1A9C-553601257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6B22D-0A29-A291-6B39-1BDD5DA5F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5C746-4583-43E4-9461-90BA7E5DDF84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CDA98-5E68-0320-FF27-5C8B7639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DAE59-12FB-F006-BDE9-EC8A7440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CDEC-3027-40CE-9147-B7B2DDB1A1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584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C422-A2C7-A7BD-944F-5E855245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653D9-9D58-95B5-C5C9-F6C9DFCEC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8EFA7-967A-BDB1-5B54-2D544FC9A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3FF5-DBCF-9066-ECE1-35AFCE44A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5C746-4583-43E4-9461-90BA7E5DDF84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E3A07-C64C-F9ED-8749-DECEBCB2D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FB050-CC72-EC0E-1F03-198BC538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CDEC-3027-40CE-9147-B7B2DDB1A1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982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30B16-21D2-C743-997E-B41B38337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02C41-B1C3-2B87-0AA7-E35B88526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23C2D-E64C-09C7-19DA-62DE183E5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701D70-F531-CDB8-C413-67430F174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6A532-77F0-72CC-EDA7-D6D5AF341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28F42C-2BCF-54FC-1EDB-C52E19B68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5C746-4583-43E4-9461-90BA7E5DDF84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DD3820-7021-8FFF-C3D2-5FDD54A18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ACD7C0-06EF-03E2-51C7-0D6A38853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CDEC-3027-40CE-9147-B7B2DDB1A1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264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09399-1BA4-9A15-2842-2841FF9B1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924BCD-5246-D766-43EF-FA9F0E665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5C746-4583-43E4-9461-90BA7E5DDF84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D2A06-C0B4-F401-1306-C1810611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9ABBE-3DFF-780B-EF15-B9F1F3374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CDEC-3027-40CE-9147-B7B2DDB1A1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562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8E2E1-4EB6-21A8-8D76-787D1C193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5C746-4583-43E4-9461-90BA7E5DDF84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0B3010-39AB-696D-E0DF-1F433362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C16F9-CD78-6B8B-54E0-5571DE5E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CDEC-3027-40CE-9147-B7B2DDB1A1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2635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3746-5218-C44B-112B-2C071BDE6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C5041-45AD-528C-FD5A-171806624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96386-0ECA-BA12-E258-813BD4846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0F912-B2CC-1DD3-668E-5ABACF57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5C746-4583-43E4-9461-90BA7E5DDF84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33622-E7E5-4098-1129-39F60D08A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49C05-2661-8987-070C-8A7DA28E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CDEC-3027-40CE-9147-B7B2DDB1A1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449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3183A-5F4C-7721-A29E-A09B988EE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088DFC-B469-32EC-749D-639A377E5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8BE60-0B58-D311-01D9-E700C83B5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F4E6F-EAA1-B75E-C239-33D71593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5C746-4583-43E4-9461-90BA7E5DDF84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50EB3-0EBA-5806-648A-5C261E73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82A3A-D541-E6DA-06CC-00D22EA3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CDEC-3027-40CE-9147-B7B2DDB1A1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7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4AAB-F012-2FE2-7143-06F7F9EB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0502F1-C8CB-04E3-6505-B7B07D0AB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825F2-0AC6-A268-90F9-DFF038C47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5C746-4583-43E4-9461-90BA7E5DDF84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D25E2-3774-D4C4-8F48-53CB6409E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F2423-A017-3D11-A9FA-5D252D95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CDEC-3027-40CE-9147-B7B2DDB1A1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0745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0BA55D-1D65-78A2-8F78-A6E24178E4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69C9C-F3DA-375D-5693-0D1D569F6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6CDC1-9B87-7EDD-5E09-26A0FDC64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5C746-4583-43E4-9461-90BA7E5DDF84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3EE53-8AD4-4A7E-45A8-3BEB1622C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9569B-5707-53CB-DEC6-BCB41A8E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CDEC-3027-40CE-9147-B7B2DDB1A1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6523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A6E5A1-0D1F-E155-3302-6D3374C4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EC4AC-20F6-DB2A-84DE-06720AD6C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FDE78-8DB7-DE9E-1028-2481C48E1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5C746-4583-43E4-9461-90BA7E5DDF84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677B7-6B3E-EFB7-AED9-F0056985E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1F023-C4FD-0DA0-3D5F-7BB64A55B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CDCDEC-3027-40CE-9147-B7B2DDB1A1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246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lage of different marine animals&#10;&#10;AI-generated content may be incorrect.">
            <a:extLst>
              <a:ext uri="{FF2B5EF4-FFF2-40B4-BE49-F238E27FC236}">
                <a16:creationId xmlns:a16="http://schemas.microsoft.com/office/drawing/2014/main" id="{EF614371-6B35-D553-26B3-3C1242E94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3297"/>
          <a:stretch>
            <a:fillRect/>
          </a:stretch>
        </p:blipFill>
        <p:spPr>
          <a:xfrm>
            <a:off x="188976" y="704089"/>
            <a:ext cx="6284976" cy="2358178"/>
          </a:xfrm>
          <a:prstGeom prst="rect">
            <a:avLst/>
          </a:prstGeom>
        </p:spPr>
      </p:pic>
      <p:pic>
        <p:nvPicPr>
          <p:cNvPr id="6" name="Picture 5" descr="A collage of different marine animals&#10;&#10;AI-generated content may be incorrect.">
            <a:extLst>
              <a:ext uri="{FF2B5EF4-FFF2-40B4-BE49-F238E27FC236}">
                <a16:creationId xmlns:a16="http://schemas.microsoft.com/office/drawing/2014/main" id="{9030D5B2-CADB-17B0-4074-D9997084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73" r="33311"/>
          <a:stretch>
            <a:fillRect/>
          </a:stretch>
        </p:blipFill>
        <p:spPr>
          <a:xfrm>
            <a:off x="6473953" y="704090"/>
            <a:ext cx="4197096" cy="1179799"/>
          </a:xfrm>
          <a:prstGeom prst="rect">
            <a:avLst/>
          </a:prstGeom>
        </p:spPr>
      </p:pic>
      <p:pic>
        <p:nvPicPr>
          <p:cNvPr id="7" name="Picture 6" descr="A collage of different marine animals&#10;&#10;AI-generated content may be incorrect.">
            <a:extLst>
              <a:ext uri="{FF2B5EF4-FFF2-40B4-BE49-F238E27FC236}">
                <a16:creationId xmlns:a16="http://schemas.microsoft.com/office/drawing/2014/main" id="{6E74043A-ECDD-E7FB-631B-D37B37D4B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35" t="66673"/>
          <a:stretch>
            <a:fillRect/>
          </a:stretch>
        </p:blipFill>
        <p:spPr>
          <a:xfrm>
            <a:off x="6473953" y="1883178"/>
            <a:ext cx="2093976" cy="1183597"/>
          </a:xfrm>
          <a:prstGeom prst="rect">
            <a:avLst/>
          </a:prstGeom>
        </p:spPr>
      </p:pic>
      <p:pic>
        <p:nvPicPr>
          <p:cNvPr id="9" name="Picture 8" descr="A monkey sitting on a rock&#10;&#10;AI-generated content may be incorrect.">
            <a:extLst>
              <a:ext uri="{FF2B5EF4-FFF2-40B4-BE49-F238E27FC236}">
                <a16:creationId xmlns:a16="http://schemas.microsoft.com/office/drawing/2014/main" id="{850F01F2-709C-D9C7-31A2-F87942905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47" b="8207"/>
          <a:stretch>
            <a:fillRect/>
          </a:stretch>
        </p:blipFill>
        <p:spPr>
          <a:xfrm>
            <a:off x="8567929" y="1883178"/>
            <a:ext cx="2103120" cy="11790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8BCA4E-77F9-2F02-568F-5170D4110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33" y="3429000"/>
            <a:ext cx="10486029" cy="23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23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D68EF-C3A0-1D0E-D658-85769C93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733AA0D-33AB-2519-DD09-ACAA1A5B0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10277" y="667512"/>
            <a:ext cx="12273280" cy="2761488"/>
          </a:xfrm>
          <a:prstGeom prst="rect">
            <a:avLst/>
          </a:prstGeom>
        </p:spPr>
      </p:pic>
      <p:pic>
        <p:nvPicPr>
          <p:cNvPr id="3" name="Picture 2" descr="A jellyfish with a glowing shell&#10;&#10;AI-generated content may be incorrect.">
            <a:extLst>
              <a:ext uri="{FF2B5EF4-FFF2-40B4-BE49-F238E27FC236}">
                <a16:creationId xmlns:a16="http://schemas.microsoft.com/office/drawing/2014/main" id="{6CF2FB34-1407-D924-C707-EDD5CB5EF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99" b="14612"/>
          <a:stretch>
            <a:fillRect/>
          </a:stretch>
        </p:blipFill>
        <p:spPr>
          <a:xfrm>
            <a:off x="8363003" y="667513"/>
            <a:ext cx="2460535" cy="1383538"/>
          </a:xfrm>
          <a:prstGeom prst="rect">
            <a:avLst/>
          </a:prstGeom>
        </p:spPr>
      </p:pic>
      <p:pic>
        <p:nvPicPr>
          <p:cNvPr id="8" name="Picture 7" descr="A caterpillar on green plants&#10;&#10;AI-generated content may be incorrect.">
            <a:extLst>
              <a:ext uri="{FF2B5EF4-FFF2-40B4-BE49-F238E27FC236}">
                <a16:creationId xmlns:a16="http://schemas.microsoft.com/office/drawing/2014/main" id="{D71F6242-9A79-1326-2EDD-1FB070C1BE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" t="9403" b="7703"/>
          <a:stretch>
            <a:fillRect/>
          </a:stretch>
        </p:blipFill>
        <p:spPr>
          <a:xfrm>
            <a:off x="8363002" y="2048256"/>
            <a:ext cx="2495563" cy="13807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735643-1DDC-BB5C-7886-649C302F5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88831"/>
            <a:ext cx="12192000" cy="228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247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Hudson</dc:creator>
  <cp:lastModifiedBy>Kyle Hudson</cp:lastModifiedBy>
  <cp:revision>2</cp:revision>
  <dcterms:created xsi:type="dcterms:W3CDTF">2025-11-25T17:43:45Z</dcterms:created>
  <dcterms:modified xsi:type="dcterms:W3CDTF">2025-11-25T18:08:24Z</dcterms:modified>
</cp:coreProperties>
</file>